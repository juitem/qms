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저는 개발자라는 직업이 어떻게 변화해왔고, Cline과 같은 AI 에이전트 시대에 우리는 무엇을 준비해야 하는지에 대해 이야기하려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여러분은 '개발을 잘한다'는 것이 무엇이라고 생각하시나요? 과거에는 암기, 최근에는 검색이었습니다. AI가 스스로 디버깅까지 하는 지금, 과연 무엇이 실력일까요?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저는 개발의 역사를 크게 세 가지 시대로 구분합니다. 노하우, 노우웨어, 그리고 AI 디자인의 시대입니다.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번째는 '노하우'의 시대입니다. 문법을 외우고 최적화 기법을 손끝에 익히는 '장인 정신'이 핵심이었죠.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번째는 '노우웨어'의 시대입니다. 정보를 잘 찾고 조립하는 능력이 중요해졌죠.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'AI 디자인'의 시대입니다. AI Agent는 구현뿐만 아니라 수정까지 수행합니다. 이제 중요한 건 '설계'와 '결정'입니다.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훌륭한 '작가'이자 '수정가'입니다. 하지만 방향을 잡아줄 '편집장'이 필요합니다. 그것이 바로 디자인입니다.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정리하자면 이렇습니다. 과거의 우리가 장인이었고, 현재가 사서였다면, 미래의 우리는 AI 에이전트 팀을 지휘하는 감독이 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AI를 지휘할 질문 능력, 결과물을 판단할 안목, 숲을 보는 시스템 사고가 필수적입니다.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무턱대고 AI에게 시키기 전에, 먼저 설계도를 그려야 합니다. 그리고 Agent가 잘 소화할 수 있도록 문제를 작게 쪼개주는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요즘 Cline 같은 에이전트는 스스로 에러를 고칩니다. 이제 우리는 오타를 찾는 게 아니라, AI가 '올바른 문제'를 풀고 있는지, '위험한 방식'을 쓰지 않는지 '감리(Audit)'해야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일하는 방식도 바뀝니다. 단순 수정은 AI에게 맡기세요(Self-Healing). 하지만 최종적으로 이 코드를 서비스에 배포할지 결정하고, 그 결과에 책임지는 것은 오직 인간만이 할 수 있는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경쟁자가 아닙니다. 우리가 관리해야 할 유능한 팀원입니다. 이제 AI라는 엔진을 통해 여러분만의 소프트웨어를 '디자인'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개발자의 진화: Coder to Architect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Know-How → Know-Where → AI Design</a:t>
            </a:r>
          </a:p>
          <a:p>
            <a:r>
              <a:t>AI Agent 시대, 우리는 무엇을 준비해야 하는가?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화두 던지기: 실력의 기준이 바뀌다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"코딩 잘한다"의 기준 변화</a:t>
            </a:r>
          </a:p>
          <a:p>
            <a:pPr lvl="1"/>
            <a:r>
              <a:t>10년 전: 암기 (알고리즘)</a:t>
            </a:r>
          </a:p>
          <a:p>
            <a:pPr lvl="1"/>
            <a:r>
              <a:t>5년 전: 정보 (라이브러리)</a:t>
            </a:r>
          </a:p>
          <a:p>
            <a:pPr lvl="1"/>
            <a:r>
              <a:t>지금: ???</a:t>
            </a:r>
          </a:p>
          <a:p/>
          <a:p>
            <a:pPr/>
            <a:r>
              <a:t>AI가 스스로 코드를 고치는 시대, 과연 '실력'은 무엇일까요?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변화의 흐름 (The 3 Eras)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Era 1: Know-How (노하우)</a:t>
            </a:r>
          </a:p>
          <a:p>
            <a:pPr>
              <a:defRPr b="1"/>
            </a:pPr>
            <a:r>
              <a:t>2. Era 2: Know-Where (노우웨어)</a:t>
            </a:r>
          </a:p>
          <a:p>
            <a:pPr>
              <a:defRPr b="1"/>
            </a:pPr>
            <a:r>
              <a:t>3. Era 3: AI Design (AI 디자인)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1: Know-How (노하우)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Craftsman (장인)</a:t>
            </a:r>
          </a:p>
          <a:p>
            <a:pPr lvl="1"/>
            <a:r>
              <a:t>지식의 내재화 (Memory)</a:t>
            </a:r>
          </a:p>
          <a:p>
            <a:pPr lvl="1"/>
            <a:r>
              <a:t>최적화, 문법 숙지</a:t>
            </a:r>
          </a:p>
          <a:p/>
          <a:p>
            <a:pPr/>
            <a:r>
              <a:t>"내 머릿속에 모든 코드가 있다."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2: Know-Where (노우웨어)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Researcher (검색가/조립가)</a:t>
            </a:r>
          </a:p>
          <a:p>
            <a:pPr lvl="1"/>
            <a:r>
              <a:t>지식의 연결 (Link)</a:t>
            </a:r>
          </a:p>
          <a:p>
            <a:pPr lvl="1"/>
            <a:r>
              <a:t>Google, StackOverflow, GitHub</a:t>
            </a:r>
          </a:p>
          <a:p/>
          <a:p>
            <a:pPr/>
            <a:r>
              <a:t>"내가 몰라도 인터넷 어딘가에 답이 있다."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3: AI Design (AI 디자인)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Architect (설계자/지휘자)</a:t>
            </a:r>
          </a:p>
          <a:p>
            <a:pPr lvl="1"/>
            <a:r>
              <a:t>지식의 생성 및 지휘 (Direct &amp; Design)</a:t>
            </a:r>
          </a:p>
          <a:p>
            <a:pPr lvl="1"/>
            <a:r>
              <a:t>ChatGPT, Copilot, Cline (AI Agents)</a:t>
            </a:r>
          </a:p>
          <a:p/>
          <a:p>
            <a:pPr/>
            <a:r>
              <a:t>"구현과 수정은 AI가 한다. 나는 무엇을 만들지 결정한다."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'Design' 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Coding is Free, Thinking is Expensive</a:t>
            </a:r>
          </a:p>
          <a:p/>
          <a:p>
            <a:pPr/>
            <a:r>
              <a:t>개발자의 역할 변화</a:t>
            </a:r>
          </a:p>
          <a:p>
            <a:pPr lvl="1"/>
            <a:r>
              <a:t>Writer (작가) → Editor-in-Chief (편집장)</a:t>
            </a:r>
          </a:p>
          <a:p/>
          <a:p>
            <a:pPr/>
            <a:r>
              <a:t>핵심 가치</a:t>
            </a:r>
          </a:p>
          <a:p>
            <a:pPr lvl="1"/>
            <a:r>
              <a:t>전체 구조 설계 (Architecture)</a:t>
            </a:r>
          </a:p>
          <a:p>
            <a:pPr lvl="1"/>
            <a:r>
              <a:t>AI 결과물의 감리 (Auditing)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시대별 비교 (Summary)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Know-How (과거)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Know-Where (현재)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Design (미래)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핵심 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문법 암기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검색/조립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설계/감리/지휘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장인 (Writer)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조립가 (Assembler)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감독 (Director)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작업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Designing &amp; Auditing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생산성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숙련도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협업력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새로운 핵심 역량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질문 능력 (Prompt Engineering)</a:t>
            </a:r>
          </a:p>
          <a:p>
            <a:pPr>
              <a:defRPr b="1"/>
            </a:pPr>
            <a:r>
              <a:t>2. 안목 (Insight)</a:t>
            </a:r>
          </a:p>
          <a:p>
            <a:pPr>
              <a:defRPr b="1"/>
            </a:pPr>
            <a:r>
              <a:t>3. 시스템 사고 (System Thinking)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1: 설계를 위한 '시각화'와 '분해'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핵심: 코딩하기 전에 그리고, AI가 이해하도록 쪼개라</a:t>
            </a:r>
          </a:p>
          <a:p/>
          <a:p>
            <a:pPr>
              <a:defRPr b="1"/>
            </a:pPr>
            <a:r>
              <a:t>1. Visual Thinking (시각화)</a:t>
            </a:r>
          </a:p>
          <a:p>
            <a:pPr lvl="1"/>
            <a:r>
              <a:t>텍스트보다 다이어그램(Flowchart)으로 먼저 구조 정의</a:t>
            </a:r>
          </a:p>
          <a:p>
            <a:pPr lvl="1"/>
            <a:r>
              <a:t>AI에게 '코드 짜줘'가 아닌 '이 설계도대로 구현해줘'라고 지시</a:t>
            </a:r>
          </a:p>
          <a:p/>
          <a:p>
            <a:pPr>
              <a:defRPr b="1"/>
            </a:pPr>
            <a:r>
              <a:t>2. Decomposition (문제 분해)</a:t>
            </a:r>
          </a:p>
          <a:p>
            <a:pPr lvl="1"/>
            <a:r>
              <a:t>복잡한 시스템을 AI Agent가 처리 가능한 '단위 모듈'로 분해</a:t>
            </a:r>
          </a:p>
          <a:p>
            <a:pPr lvl="1"/>
            <a:r>
              <a:t>높은 응집도와 낮은 결합도 설계가 AI 성능을 좌우함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2: 검증을 넘어 '감리(Auditing)'로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핵심: 코드 리뷰(Review)가 아닌 디시전 리뷰(Decision Review)</a:t>
            </a:r>
          </a:p>
          <a:p/>
          <a:p>
            <a:pPr>
              <a:defRPr b="1"/>
            </a:pPr>
            <a:r>
              <a:t>1. From Syntax to Context</a:t>
            </a:r>
          </a:p>
          <a:p>
            <a:pPr lvl="1"/>
            <a:r>
              <a:t>단순 에러/버그는 AI Agent가 스스로 수정(Self-Correction)함</a:t>
            </a:r>
          </a:p>
          <a:p>
            <a:pPr lvl="1"/>
            <a:r>
              <a:t>인간은 '비즈니스 로직'과 '방향성'이 맞는지 확인해야 함</a:t>
            </a:r>
          </a:p>
          <a:p/>
          <a:p>
            <a:pPr>
              <a:defRPr b="1"/>
            </a:pPr>
            <a:r>
              <a:t>2. Human-in-the-loop (중간 승인)</a:t>
            </a:r>
          </a:p>
          <a:p>
            <a:pPr lvl="1"/>
            <a:r>
              <a:t>AI가 잘못된 가정으로 무한 루프에 빠지지 않도록 방향타 조정</a:t>
            </a:r>
          </a:p>
          <a:p>
            <a:pPr lvl="1"/>
            <a:r>
              <a:t>보안 및 유지보수성(Technical Debt)에 대한 '최종 승인' 권한 행사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Workflow: Manager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Process: Design → Direct → Audit</a:t>
            </a:r>
          </a:p>
          <a:p/>
          <a:p>
            <a:pPr>
              <a:defRPr b="1"/>
            </a:pPr>
            <a:r>
              <a:t>Step 1: Design (설계)</a:t>
            </a:r>
          </a:p>
          <a:p>
            <a:pPr lvl="1"/>
            <a:r>
              <a:t>요구사항 정의, 구조 설계 (Human 80%)</a:t>
            </a:r>
          </a:p>
          <a:p>
            <a:pPr>
              <a:defRPr b="1"/>
            </a:pPr>
            <a:r>
              <a:t>Step 2: Direct (지시)</a:t>
            </a:r>
          </a:p>
          <a:p>
            <a:pPr lvl="1"/>
            <a:r>
              <a:t>맥락(Context) 제공 및 제약 조건 설정 (Human 50% : AI 50%)</a:t>
            </a:r>
          </a:p>
          <a:p>
            <a:pPr>
              <a:defRPr b="1"/>
            </a:pPr>
            <a:r>
              <a:t>Step 3: Audit (감리/승인)</a:t>
            </a:r>
          </a:p>
          <a:p>
            <a:pPr lvl="1"/>
            <a:r>
              <a:t>단순 디버깅/수정: AI Agent (Self-Healing)</a:t>
            </a:r>
          </a:p>
          <a:p>
            <a:pPr lvl="1"/>
            <a:r>
              <a:t>최종 품질 승인 및 책임(Accountability): Human 100%</a:t>
            </a:r>
          </a:p>
          <a:p/>
          <a:p>
            <a:pPr/>
            <a:r>
              <a:t>Message: AI는 실행하지만, 책임은 인간이 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결론: Be the Director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AI는 경쟁자가 아닙니다.</a:t>
            </a:r>
          </a:p>
          <a:p>
            <a:pPr lvl="1"/>
            <a:r>
              <a:t>당신이 고용한 가장 똑똑한 '비서'이자 '에이전트'입니다.</a:t>
            </a:r>
          </a:p>
          <a:p/>
          <a:p>
            <a:pPr/>
            <a:r>
              <a:t>"Be the Director of your Code."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Thank You.</a:t>
            </a:r>
          </a:p>
          <a:p/>
          <a:p>
            <a:pPr/>
            <a:r>
              <a:t>질의 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