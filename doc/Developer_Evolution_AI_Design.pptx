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안녕하세요. 오늘 저는 개발자라는 직업이 어떻게 변화해왔고, 앞으로 우리는 무엇을 준비해야 하는지에 대해 이야기하려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여러분은 '개발을 잘한다'는 것이 무엇이라고 생각하시나요? 과거에는 복잡한 알고리즘을 안 보고 짜는 것이 실력이었습니다. AI가 코드를 짜주는 지금, 과연 무엇이 실력일까요?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저는 개발의 역사를 크게 세 가지 시대로 구분합니다.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첫 번째는 '노하우'의 시대입니다. 문법을 외우고, 최적화 기법을 손끝에 익히는 '장인 정신'이 핵심이었죠.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 번째는 '노우웨어'의 시대입니다. 구글링을 잘하고, 적절한 오픈소스를 찾아내 조립하는 능력이 중요해졌죠.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이제 'AI 디자인'의 시대입니다. 개발자에게 필요한 건 '어떻게 짤까'가 아니라, '무엇을, 왜, 어떤 구조로 만들 것인가'를 결정하는 설계 능력입니다.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AI는 훌륭한 '작가'지만, 방향을 잡아줄 '편집장'이 필요합니다. 그것이 바로 디자인입니다.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정리하자면 이렇습니다. 과거의 우리가 장인이었고, 현재가 사서였다면, 미래의 우리는 AI 팀을 지휘하는 건축가가 되어야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첫째, 정확히 지시하는 질문 능력. 둘째, 코드를 가려낼 안목. 셋째, 숲을 보는 설계적 사고가 필수적입니다.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AI는 경쟁자가 아닙니다. 도구입니다. 이제 AI라는 엔진을 통해 여러분만의 소프트웨어를 '디자인' 하십시오.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경청해 주셔서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개발자의 진화: Coder to Architect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Know-How → Know-Where → AI Design</a:t>
            </a:r>
          </a:p>
          <a:p>
            <a:r>
              <a:t>우리는 지금 어디에 서 있는가?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화두 던지기: 실력의 기준이 바뀌다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"코딩 잘한다"의 기준 변화</a:t>
            </a:r>
          </a:p>
          <a:p>
            <a:r>
              <a:t>- 10년 전: 암기 (알고리즘)</a:t>
            </a:r>
          </a:p>
          <a:p>
            <a:r>
              <a:t>- 5년 전: 정보 (라이브러리)</a:t>
            </a:r>
          </a:p>
          <a:p>
            <a:r>
              <a:t>- 지금: ???</a:t>
            </a:r>
          </a:p>
          <a:p/>
          <a:p>
            <a:r>
              <a:t>과연 지금 시대의 '실력'은 무엇일까요?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변화의 흐름 (The 3 Eras)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Era 1: Know-How (노하우)</a:t>
            </a:r>
          </a:p>
          <a:p>
            <a:r>
              <a:t>2. Era 2: Know-Where (노우웨어)</a:t>
            </a:r>
          </a:p>
          <a:p>
            <a:r>
              <a:t>3. Era 3: AI Design (AI 디자인)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Era 1: Know-How (노하우)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Craftsman (장인)</a:t>
            </a:r>
          </a:p>
          <a:p>
            <a:r>
              <a:t>- 지식의 내재화 (Memory)</a:t>
            </a:r>
          </a:p>
          <a:p>
            <a:r>
              <a:t>- 최적화, 문법 숙지</a:t>
            </a:r>
          </a:p>
          <a:p/>
          <a:p>
            <a:r>
              <a:t>"내 머릿속에 모든 코드가 있다."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Era 2: Know-Where (노우웨어)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Researcher (검색가/조립가)</a:t>
            </a:r>
          </a:p>
          <a:p>
            <a:r>
              <a:t>- 지식의 연결 (Link)</a:t>
            </a:r>
          </a:p>
          <a:p>
            <a:r>
              <a:t>- Google, StackOverflow, GitHub</a:t>
            </a:r>
          </a:p>
          <a:p/>
          <a:p>
            <a:r>
              <a:t>"내가 몰라도 인터넷 어딘가에 답이 있다."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Era 3: AI Design (AI 디자인)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Architect (설계자/지휘자)</a:t>
            </a:r>
          </a:p>
          <a:p>
            <a:r>
              <a:t>- 지식의 생성 및 지휘 (Direct &amp; Design)</a:t>
            </a:r>
          </a:p>
          <a:p>
            <a:r>
              <a:t>- ChatGPT, Copilot, Cline</a:t>
            </a:r>
          </a:p>
          <a:p/>
          <a:p>
            <a:r>
              <a:t>"구현은 AI가 한다. 나는 무엇을 만들지 결정한다."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'Design' 인가?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Coding is Free, Thinking is Expensive</a:t>
            </a:r>
          </a:p>
          <a:p/>
          <a:p>
            <a:r>
              <a:t>개발자의 역할 변화</a:t>
            </a:r>
          </a:p>
          <a:p>
            <a:r>
              <a:t>- Writer (작가) → Editor-in-Chief (편집장)</a:t>
            </a:r>
          </a:p>
          <a:p/>
          <a:p>
            <a:r>
              <a:t>핵심 가치</a:t>
            </a:r>
          </a:p>
          <a:p>
            <a:r>
              <a:t>- 전체 구조 설계 (Architecture)</a:t>
            </a:r>
          </a:p>
          <a:p>
            <a:r>
              <a:t>- AI 결과물의 검증 (Validation)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시대별 비교 (Summary)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146304">
                <a:tc>
                  <a:txBody>
                    <a:bodyPr/>
                    <a:lstStyle/>
                    <a:p>
                      <a:r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Know-How (과거)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Know-Where (현재)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 Design (미래)</a:t>
                      </a:r>
                    </a:p>
                  </a:txBody>
                  <a:tcPr/>
                </a:tc>
              </a:tr>
              <a:tr h="146304">
                <a:tc>
                  <a:txBody>
                    <a:bodyPr/>
                    <a:lstStyle/>
                    <a:p>
                      <a:r>
                        <a:t>핵심 역량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문법 암기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검색/조립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설계/지휘/검증</a:t>
                      </a:r>
                    </a:p>
                  </a:txBody>
                  <a:tcPr/>
                </a:tc>
              </a:tr>
              <a:tr h="146304">
                <a:tc>
                  <a:txBody>
                    <a:bodyPr/>
                    <a:lstStyle/>
                    <a:p>
                      <a:r>
                        <a:t>역할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장인 (Writer)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조립가 (Assembler)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감독 (Director)</a:t>
                      </a:r>
                    </a:p>
                  </a:txBody>
                  <a:tcPr/>
                </a:tc>
              </a:tr>
              <a:tr h="146304">
                <a:tc>
                  <a:txBody>
                    <a:bodyPr/>
                    <a:lstStyle/>
                    <a:p>
                      <a:r>
                        <a:t>작업 방식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Typing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Searching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Designing</a:t>
                      </a:r>
                    </a:p>
                  </a:txBody>
                  <a:tcPr/>
                </a:tc>
              </a:tr>
              <a:tr h="146304">
                <a:tc>
                  <a:txBody>
                    <a:bodyPr/>
                    <a:lstStyle/>
                    <a:p>
                      <a:r>
                        <a:t>생산성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숙련도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정보력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 협업력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새로운 핵심 역량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질문 능력 (Prompt Engineering)</a:t>
            </a:r>
          </a:p>
          <a:p>
            <a:r>
              <a:t>2. 안목 (Insight)</a:t>
            </a:r>
          </a:p>
          <a:p>
            <a:r>
              <a:t>3. 시스템 사고 (System Thinking)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결론: Be the Director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AI는 경쟁자가 아닙니다.</a:t>
            </a:r>
          </a:p>
          <a:p>
            <a:r>
              <a:t>- 당신이 고용한 가장 똑똑한 '비서'입니다.</a:t>
            </a:r>
          </a:p>
          <a:p/>
          <a:p>
            <a:r>
              <a:t>"Be the Director of your Code."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 &amp; 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You.</a:t>
            </a:r>
          </a:p>
          <a:p/>
          <a:p>
            <a:r>
              <a:t>질의 응답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